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8AA27-D640-209C-284B-8098B83A8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25944-54EC-105E-2EBD-12A71F2B1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4CDC-3165-151E-0168-9F7A642E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EA58-5986-6143-4A81-0F453E70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0769-7E80-46DB-91AF-63E34D4B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161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0A44-AA50-0D00-1EF2-342842D76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81EDC-D54D-76A3-A4A8-5C9491942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C84D1-FA28-A22A-6FAE-07714C73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4F6DF-AE80-1A97-6327-9119F62C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874D-22FE-DE09-DDD0-3A023027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859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5060-BB84-61E8-A390-20A4F8FA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1F47-C854-740E-F636-E44C8CD08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1ADE-E976-33D4-6DCA-2523E242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71D36-860A-9C58-F68F-36783BCD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1A10E-0182-7914-9E64-DEF994BA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1045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D8AC-C73A-F1F6-219B-851476D7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6D22-C5A7-5EEA-6A86-3CCE8BB1A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AD14A-C080-4ABA-65C1-B7ED49E09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B382A-D269-4418-3B2E-9BECACC2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93BD7-77AA-A349-D3E7-F9EF203A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B22A3-48DD-93F3-48AF-D3C0D94C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815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54A1-8E38-A555-E5DD-61CB9BEF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2D597-6B7E-71AD-84D1-94959EA41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F530D-8B4E-0F1A-B10D-D1DDD0FD9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6C8E-D6F2-29DE-3170-B2DB94D4A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870AD-8CBE-FCE1-546D-8BD70B7A5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185CA-C909-E15B-C4C3-B951BC9D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88D27-25E9-B71D-A509-C16A46DD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8F825-79ED-B49D-890E-1054004A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284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43ED-BFFA-CBFC-2C97-314C15BD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9A124-BEB2-136C-9AD2-CC1D799A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BFF8F-BD27-2E20-6FF6-7FB1F2AA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B2988-CFEB-406B-9820-D4F99CC6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933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5DE51E-4703-902D-0CA3-6E79B4A3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A88ED-390A-376B-09A4-22CE0453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CB2B8-EC50-E8A6-9C27-3CB4BE7B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437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30F1D-14DF-8CD7-A488-E6427C2B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4A98A-E7EB-5388-B7FB-3976913B4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8F8A8-8A69-2B66-B130-C347C858E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95C2A-E650-B1FE-7CE8-027ED223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135BA-B532-B5C3-5D30-FD1AFA0A4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78B9B-C86C-EBA6-49B2-C3612E69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556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2E8B-BBA0-DFF6-C9F6-3650FB689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E9A93-407C-C560-0278-4FFEEA8A1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8CFF1-67B2-CD5C-B1AB-2802B35C3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74D9-E9D9-EAA4-9648-2D28FCEF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E634E-5AE9-2742-9DF1-F46E55A2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BC981-4B6B-CC13-9314-FE77F766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52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35F0-D4DF-7105-B608-688CDDF11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8AE62-D491-200B-299A-5F541B4F4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5240-091A-0363-A948-96C6BA47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7AB1-D676-6A08-8227-9D903153F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35A24-C73F-48ED-9763-845CBBCE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952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8978C-5E49-89B1-14DD-3795C26DA7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5E1C4-EE01-4BE7-9D61-0BAB51ED7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9E8BA-A00D-697D-2284-D8461D5C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20F7-B1B9-1DF2-5E23-EAA6D37CE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FEF1-E661-B737-28C9-60C83797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832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92AA1-971B-F13A-42AE-B3B07D8E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2DB6-151C-0F84-BBD9-62D54CB7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0674A-8BC8-7F08-249D-6F8DB67C5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9F1D2-3CA9-4473-88FE-7279B0DC0180}" type="datetimeFigureOut">
              <a:rPr lang="en-ID" smtClean="0"/>
              <a:t>06/09/2026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4519F-85B5-6122-B76B-8057C49C6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D6766-F5AD-62FB-E6D6-F393D7B24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13CA-4FDC-4857-9578-77071BA9B1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562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73BA-D611-D9E9-C5C8-3E11A211C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EE0E3-6DE3-EF2F-542F-EEF098E52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6D768-86F4-5D50-2854-1DD8DD824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9198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F86D-6024-A432-FBDE-11D1D8CD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5126"/>
            <a:ext cx="9792929" cy="96222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/>
              <a:t>Patient Distribution by Gender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DD19D-721F-BC8E-E3D1-379BF3250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77" y="1858297"/>
            <a:ext cx="7610168" cy="431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8733-754A-A730-643C-71A9AC30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7" y="398206"/>
            <a:ext cx="9615948" cy="973394"/>
          </a:xfr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Age Distribution of Patients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0A04BE-6D54-DC1F-C38E-E3425158E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32" y="1825625"/>
            <a:ext cx="7079226" cy="41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901B-20EC-8220-B407-FE726A3B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38" y="453616"/>
            <a:ext cx="10577053" cy="903235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Number of Appointments by Clinic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19AC07-77AC-403D-349D-52CE0337A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0" y="1825625"/>
            <a:ext cx="6872748" cy="444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25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C5F3-961F-DA89-3ECA-2E21E66B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76" y="365126"/>
            <a:ext cx="9630697" cy="113921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Appointments by Insurance Type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82E22B-52F7-99DE-E15D-431B4AD05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0" y="1825625"/>
            <a:ext cx="68432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27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7EB5-77F0-82C4-E976-BEC036764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48" y="339213"/>
            <a:ext cx="9881420" cy="1032387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Attendance Rate by Clinic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86C1BF-BCE9-200F-BDC7-0A96B31DD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61" y="1843548"/>
            <a:ext cx="7521677" cy="446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28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98FF9-64BC-6EF1-E19B-D713A6D8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581" y="412956"/>
            <a:ext cx="9438967" cy="1076632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Waiting Days by Attendance Status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3E753C-C432-9B49-FF6C-16F1C87D6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87" y="1839389"/>
            <a:ext cx="7624915" cy="422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2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27D5-7031-3D59-EE72-690C6C77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290" y="365125"/>
            <a:ext cx="8878529" cy="105072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SMS Reminder vs Appointment Attendance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D79043-3B22-F18D-70A8-FD9A067BF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981" y="1825625"/>
            <a:ext cx="7418438" cy="439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1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EC9C0-09D7-AE7C-ECDF-6B66E6E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55" y="365126"/>
            <a:ext cx="9601200" cy="1021222"/>
          </a:xfr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No-Show Rate by Age Group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6CA18-3660-668A-3CD1-F8CAE949C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97" y="1825625"/>
            <a:ext cx="64478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4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3D31-D183-8A49-E4F8-3DF396FA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8058" cy="1080216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Distribution of Visit Costs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2BC44F-0C14-FAD4-45FB-474DF382B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32" y="1915579"/>
            <a:ext cx="7742902" cy="396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68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8BC0-D2AB-26DE-D4C7-A68CB98E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594" y="365125"/>
            <a:ext cx="9645445" cy="1227701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/>
              <a:t>Average Visit Cost by Appointment Type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183001-F565-6932-294E-E66F2E0E2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65" y="1844151"/>
            <a:ext cx="7703209" cy="43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98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A7AFA-32EA-C258-BF07-AF7A6182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5125"/>
            <a:ext cx="10235380" cy="1139209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Correlation Heatmap of Healthcare Appointment Variables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CA1A8E-39AA-3A04-CEC6-0D7D43CB0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026" y="1825625"/>
            <a:ext cx="758067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85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B71BFE5-850A-ACB9-8468-1F1A13FDB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7" y="365125"/>
            <a:ext cx="9748683" cy="58118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962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52</Words>
  <Application>Microsoft Office PowerPoint</Application>
  <PresentationFormat>Widescreen</PresentationFormat>
  <Paragraphs>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Patient Distribution by Gender</vt:lpstr>
      <vt:lpstr>Age Distribution of Patients</vt:lpstr>
      <vt:lpstr>Number of Appointments by Clinic</vt:lpstr>
      <vt:lpstr>Appointments by Insurance Type</vt:lpstr>
      <vt:lpstr>Attendance Rate by Clinic</vt:lpstr>
      <vt:lpstr>Waiting Days by Attendance Status</vt:lpstr>
      <vt:lpstr>SMS Reminder vs Appointment Attendance</vt:lpstr>
      <vt:lpstr>No-Show Rate by Age Group</vt:lpstr>
      <vt:lpstr>Distribution of Visit Costs</vt:lpstr>
      <vt:lpstr>Average Visit Cost by Appointment Type</vt:lpstr>
      <vt:lpstr>Correlation Heatmap of Healthcare Appointment 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Suryatapa Mukherjee</dc:creator>
  <cp:lastModifiedBy>Suryatapa Mukherjee</cp:lastModifiedBy>
  <cp:revision>6</cp:revision>
  <dcterms:created xsi:type="dcterms:W3CDTF">2026-09-04T11:16:22Z</dcterms:created>
  <dcterms:modified xsi:type="dcterms:W3CDTF">2026-09-06T17:44:11Z</dcterms:modified>
</cp:coreProperties>
</file>